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3776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09728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274320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43891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" y="54864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219456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" y="384048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26464" y="16459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26464" y="329184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26464" y="493776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1952" y="109728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1952" y="274320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1952" y="43891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19456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384048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52928" y="16459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52928" y="329184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52928" y="493776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28416" y="109728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28416" y="274320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28416" y="43891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03904" y="54864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03904" y="219456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03904" y="384048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79392" y="16459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79392" y="329184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79392" y="493776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109728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74320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43891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30368" y="54864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30368" y="219456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30368" y="384048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05856" y="16459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05856" y="329184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05856" y="493776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81344" y="109728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81344" y="274320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81344" y="43891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56832" y="54864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56832" y="219456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56832" y="384048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32320" y="16459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32320" y="329184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32320" y="493776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607808" y="109728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07808" y="274320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607808" y="43891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83296" y="54864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83296" y="219456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83296" y="384048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558784" y="16459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558784" y="329184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558784" y="493776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034272" y="109728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034272" y="274320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034272" y="43891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3.x  ·  CustomTkinter  ·  OOP  ·  FSM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SYS_ADMIN @ LOCALHOST:~$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8046720" y="201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09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02920" y="1188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spc="800" kern="0" dirty="0">
                <a:solidFill>
                  <a:srgbClr val="00FF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ZERO-DAY</a:t>
            </a:r>
            <a:endParaRPr lang="en-US" sz="9000" dirty="0"/>
          </a:p>
        </p:txBody>
      </p:sp>
      <p:sp>
        <p:nvSpPr>
          <p:cNvPr id="74" name="Text 72"/>
          <p:cNvSpPr/>
          <p:nvPr/>
        </p:nvSpPr>
        <p:spPr>
          <a:xfrm>
            <a:off x="502920" y="2331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PROTOCOL</a:t>
            </a:r>
            <a:endParaRPr lang="en-US" sz="6800" dirty="0"/>
          </a:p>
        </p:txBody>
      </p:sp>
      <p:sp>
        <p:nvSpPr>
          <p:cNvPr id="75" name="Text 73"/>
          <p:cNvSpPr/>
          <p:nvPr/>
        </p:nvSpPr>
        <p:spPr>
          <a:xfrm>
            <a:off x="502920" y="3401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C Y B E R S E C U R I T Y  S I M U L A T I O N  G A M 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  GAME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201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54864" cy="914400"/>
          </a:xfrm>
          <a:prstGeom prst="rect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65836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Zero-Day Protocol?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4023360" cy="1280160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828800"/>
            <a:ext cx="54864" cy="1280160"/>
          </a:xfrm>
          <a:prstGeom prst="rect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9385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🐍  Built with Python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" y="23317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native Python 3.x application with modular OOP architecture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828800"/>
            <a:ext cx="4023360" cy="1280160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828800"/>
            <a:ext cx="54864" cy="1280160"/>
          </a:xfrm>
          <a:prstGeom prst="rect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9385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🎮  3 Escalating Missions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47488" y="23317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ramps up difficulty — from startup router to defense mainframe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4023360" cy="1280160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91840"/>
            <a:ext cx="54864" cy="1280160"/>
          </a:xfrm>
          <a:prstGeom prst="rect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401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🔐  Real Cybersecurity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" y="37947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genuine networking &amp; OS security concepts hands-on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291840"/>
            <a:ext cx="4023360" cy="1280160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91840"/>
            <a:ext cx="54864" cy="1280160"/>
          </a:xfrm>
          <a:prstGeom prst="rect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3401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🏛  University Project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47488" y="37947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Engineering-grade design with clean separation of concerns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  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201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54864" cy="822960"/>
          </a:xfrm>
          <a:prstGeom prst="rect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65836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931920" cy="621792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737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19659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&amp; OOP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41448"/>
            <a:ext cx="3931920" cy="621792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" y="2487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CustomTkinter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2715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dark GUI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191256"/>
            <a:ext cx="3931920" cy="621792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32369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Modular OOP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" y="34655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independent modules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941064"/>
            <a:ext cx="3931920" cy="621792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" y="39867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 + Timers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3232" y="42153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&amp; after()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600200"/>
            <a:ext cx="3840480" cy="3200400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ARCHITECTURE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2240280"/>
            <a:ext cx="3474720" cy="438912"/>
          </a:xfrm>
          <a:prstGeom prst="rect">
            <a:avLst/>
          </a:prstGeom>
          <a:solidFill>
            <a:srgbClr val="0A3D55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23134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20840" y="2679192"/>
            <a:ext cx="0" cy="155448"/>
          </a:xfrm>
          <a:prstGeom prst="line">
            <a:avLst/>
          </a:prstGeom>
          <a:noFill/>
          <a:ln w="12700">
            <a:solidFill>
              <a:srgbClr val="0A3D5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983480" y="2834640"/>
            <a:ext cx="3474720" cy="438912"/>
          </a:xfrm>
          <a:prstGeom prst="rect">
            <a:avLst/>
          </a:prstGeom>
          <a:solidFill>
            <a:srgbClr val="1A5C3A"/>
          </a:solidFill>
          <a:ln w="6350">
            <a:solidFill>
              <a:srgbClr val="00FF8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29077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level_1.py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20840" y="3273552"/>
            <a:ext cx="0" cy="155448"/>
          </a:xfrm>
          <a:prstGeom prst="line">
            <a:avLst/>
          </a:prstGeom>
          <a:noFill/>
          <a:ln w="12700">
            <a:solidFill>
              <a:srgbClr val="0A3D55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983480" y="3429000"/>
            <a:ext cx="3474720" cy="438912"/>
          </a:xfrm>
          <a:prstGeom prst="rect">
            <a:avLst/>
          </a:prstGeom>
          <a:solidFill>
            <a:srgbClr val="1A5C3A"/>
          </a:solidFill>
          <a:ln w="6350">
            <a:solidFill>
              <a:srgbClr val="00FF8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5021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level_2.py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720840" y="3867912"/>
            <a:ext cx="0" cy="155448"/>
          </a:xfrm>
          <a:prstGeom prst="line">
            <a:avLst/>
          </a:prstGeom>
          <a:noFill/>
          <a:ln w="12700">
            <a:solidFill>
              <a:srgbClr val="0A3D55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983480" y="4023360"/>
            <a:ext cx="3474720" cy="438912"/>
          </a:xfrm>
          <a:prstGeom prst="rect">
            <a:avLst/>
          </a:prstGeom>
          <a:solidFill>
            <a:srgbClr val="1A5C3A"/>
          </a:solidFill>
          <a:ln w="6350">
            <a:solidFill>
              <a:srgbClr val="00FF8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4096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level_3.py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  HOW TO PLAY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201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54864" cy="822960"/>
          </a:xfrm>
          <a:prstGeom prst="rect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65836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Objective &amp; Controls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931920" cy="3063240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828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Breach target systems undetected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8620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Keep TRACE BAR below 100%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39242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Balance speed vs. stealth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392277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Complete all 3 missions to win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3931920" cy="3063240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828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33172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  Buttons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execute hacking actions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8620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Input box ]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enter port / IP / hex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39242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Trace bar ]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avoid hitting 100%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92277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Abort ]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return to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188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" y="16459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FF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82880" y="3566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 BREACH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201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49040" y="502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 Small Startup Router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1051560"/>
            <a:ext cx="5120640" cy="777240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0" y="10972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43400" y="10972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Nmap scan to find open ports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749040" y="2011680"/>
            <a:ext cx="5120640" cy="777240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20574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43400" y="20574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vulnerability found on port 22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749040" y="2971800"/>
            <a:ext cx="5120640" cy="777240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30175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343400" y="30175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correct port &amp; brute force credentials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749040" y="3931920"/>
            <a:ext cx="5120640" cy="777240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0" y="39776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43400" y="39776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port or trace ≥ 100%  →  Game Over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3D55"/>
          </a:solidFill>
          <a:ln w="12700">
            <a:solidFill>
              <a:srgbClr val="0A3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188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" y="16459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82880" y="3566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 OVERRIDE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201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49040" y="502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 Corporate Bank Server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1051560"/>
            <a:ext cx="5120640" cy="777240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0" y="10972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43400" y="10972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35-second countdown timer — act fast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749040" y="2011680"/>
            <a:ext cx="5120640" cy="777240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20574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43400" y="20574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nodes, find the safe proxy IP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749040" y="2971800"/>
            <a:ext cx="5120640" cy="777240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30175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343400" y="30175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connection to hide your identity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749040" y="3931920"/>
            <a:ext cx="5120640" cy="777240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0" y="39776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43400" y="39776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firewall with trace below 80%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3A0A0A"/>
          </a:solidFill>
          <a:ln w="12700">
            <a:solidFill>
              <a:srgbClr val="3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188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" y="16459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82880" y="3566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ACCESS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201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49040" y="502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 Defense Mainframe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1051560"/>
            <a:ext cx="5120640" cy="777240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0" y="10972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43400" y="10972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memory to find VULN_OFFSET hex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749040" y="2011680"/>
            <a:ext cx="5120640" cy="777240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20574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43400" y="20574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correct hex  →  Decrypt bar +34%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749040" y="2971800"/>
            <a:ext cx="5120640" cy="777240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30175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343400" y="30175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Obfuscate to reduce trace when needed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749040" y="3931920"/>
            <a:ext cx="5120640" cy="777240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0" y="39776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43400" y="39776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100% + Execute Root  →  Victory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  ENGINEERING HIGHLIGHTS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201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09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54864" cy="822960"/>
          </a:xfrm>
          <a:prstGeom prst="rect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65836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Makes It Well-Engineered?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8229600" cy="676656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54864" cy="676656"/>
          </a:xfrm>
          <a:prstGeom prst="rect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7465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 Pattern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54680" y="17830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CTkFrame switching — no multiple windows, fluid single-page experience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63240" y="1801368"/>
            <a:ext cx="0" cy="457200"/>
          </a:xfrm>
          <a:prstGeom prst="line">
            <a:avLst/>
          </a:prstGeom>
          <a:noFill/>
          <a:ln w="12700">
            <a:solidFill>
              <a:srgbClr val="0A3D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496312"/>
            <a:ext cx="8229600" cy="676656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496312"/>
            <a:ext cx="54864" cy="676656"/>
          </a:xfrm>
          <a:prstGeom prst="rect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5511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54680" y="258775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state machine tracks real-time game state per level independently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63240" y="2606040"/>
            <a:ext cx="0" cy="457200"/>
          </a:xfrm>
          <a:prstGeom prst="line">
            <a:avLst/>
          </a:prstGeom>
          <a:noFill/>
          <a:ln w="12700">
            <a:solidFill>
              <a:srgbClr val="0A3D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300984"/>
            <a:ext cx="8229600" cy="676656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300984"/>
            <a:ext cx="54864" cy="676656"/>
          </a:xfrm>
          <a:prstGeom prst="rect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355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Non-blocking UI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54680" y="339242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after() timers keep the UI fully responsive during gameplay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63240" y="3410712"/>
            <a:ext cx="0" cy="457200"/>
          </a:xfrm>
          <a:prstGeom prst="line">
            <a:avLst/>
          </a:prstGeom>
          <a:noFill/>
          <a:ln w="12700">
            <a:solidFill>
              <a:srgbClr val="0A3D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105656"/>
            <a:ext cx="8229600" cy="676656"/>
          </a:xfrm>
          <a:prstGeom prst="rect">
            <a:avLst/>
          </a:prstGeom>
          <a:solidFill>
            <a:srgbClr val="111D2C"/>
          </a:solidFill>
          <a:ln w="6350">
            <a:solidFill>
              <a:srgbClr val="0A3D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4105656"/>
            <a:ext cx="54864" cy="676656"/>
          </a:xfrm>
          <a:prstGeom prst="rect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Risk-Reward Design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54680" y="419709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carries a consequence — speed vs. stealth is always a choice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063240" y="4215384"/>
            <a:ext cx="0" cy="457200"/>
          </a:xfrm>
          <a:prstGeom prst="line">
            <a:avLst/>
          </a:prstGeom>
          <a:noFill/>
          <a:ln w="12700">
            <a:solidFill>
              <a:srgbClr val="0A3D5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54864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329184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109728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384048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26464" y="16459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6464" y="43891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1952" y="219456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1952" y="493776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274320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52928" y="54864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52928" y="329184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28416" y="109728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28416" y="384048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03904" y="16459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03904" y="43891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79392" y="219456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79392" y="493776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74320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30368" y="54864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30368" y="329184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05856" y="109728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05856" y="384048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81344" y="16459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81344" y="43891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56832" y="219456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56832" y="493776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0" y="274320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07808" y="54864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07808" y="329184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83296" y="109728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83296" y="384048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58784" y="16459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58784" y="438912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34272" y="219456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34272" y="4937760"/>
            <a:ext cx="36576" cy="36576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5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/ / / ]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046720" y="201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09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" y="822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spc="1000" kern="0" dirty="0">
                <a:solidFill>
                  <a:srgbClr val="00FF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</a:t>
            </a:r>
            <a:endParaRPr lang="en-US" sz="8800" dirty="0"/>
          </a:p>
        </p:txBody>
      </p:sp>
      <p:sp>
        <p:nvSpPr>
          <p:cNvPr id="45" name="Text 43"/>
          <p:cNvSpPr/>
          <p:nvPr/>
        </p:nvSpPr>
        <p:spPr>
          <a:xfrm>
            <a:off x="502920" y="1874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spc="10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</a:t>
            </a:r>
            <a:endParaRPr lang="en-US" sz="6800" dirty="0"/>
          </a:p>
        </p:txBody>
      </p:sp>
      <p:sp>
        <p:nvSpPr>
          <p:cNvPr id="46" name="Shape 44"/>
          <p:cNvSpPr/>
          <p:nvPr/>
        </p:nvSpPr>
        <p:spPr>
          <a:xfrm>
            <a:off x="731520" y="3154680"/>
            <a:ext cx="1783080" cy="530352"/>
          </a:xfrm>
          <a:prstGeom prst="rect">
            <a:avLst/>
          </a:prstGeom>
          <a:solidFill>
            <a:srgbClr val="1A5C3A"/>
          </a:solidFill>
          <a:ln w="6350">
            <a:solidFill>
              <a:srgbClr val="00FF8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315468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3.x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697480" y="3154680"/>
            <a:ext cx="1783080" cy="530352"/>
          </a:xfrm>
          <a:prstGeom prst="rect">
            <a:avLst/>
          </a:prstGeom>
          <a:solidFill>
            <a:srgbClr val="1A5C3A"/>
          </a:solidFill>
          <a:ln w="6350">
            <a:solidFill>
              <a:srgbClr val="00FF8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97480" y="315468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CustomTkinter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663440" y="3154680"/>
            <a:ext cx="1783080" cy="530352"/>
          </a:xfrm>
          <a:prstGeom prst="rect">
            <a:avLst/>
          </a:prstGeom>
          <a:solidFill>
            <a:srgbClr val="1A5C3A"/>
          </a:solidFill>
          <a:ln w="6350">
            <a:solidFill>
              <a:srgbClr val="00FF8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315468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Levels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629400" y="3154680"/>
            <a:ext cx="1783080" cy="530352"/>
          </a:xfrm>
          <a:prstGeom prst="rect">
            <a:avLst/>
          </a:prstGeom>
          <a:solidFill>
            <a:srgbClr val="1A5C3A"/>
          </a:solidFill>
          <a:ln w="6350">
            <a:solidFill>
              <a:srgbClr val="00FF8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29400" y="315468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OOP · FSM · SPA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0292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  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Zero-Day Protocol</dc:title>
  <dc:subject>PptxGenJS Presentation</dc:subject>
  <dc:creator>PptxGenJS</dc:creator>
  <cp:lastModifiedBy>PptxGenJS</cp:lastModifiedBy>
  <cp:revision>1</cp:revision>
  <dcterms:created xsi:type="dcterms:W3CDTF">2026-04-26T12:00:33Z</dcterms:created>
  <dcterms:modified xsi:type="dcterms:W3CDTF">2026-04-26T12:00:33Z</dcterms:modified>
</cp:coreProperties>
</file>